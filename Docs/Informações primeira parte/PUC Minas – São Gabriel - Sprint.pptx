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1"/>
  </p:notesMasterIdLst>
  <p:handoutMasterIdLst>
    <p:handoutMasterId r:id="rId12"/>
  </p:handoutMasterIdLst>
  <p:sldIdLst>
    <p:sldId id="259" r:id="rId2"/>
    <p:sldId id="267" r:id="rId3"/>
    <p:sldId id="266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2EA776-6486-409F-9E42-BD4FCC6A44A1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35DDD2-5AEF-4CE6-93B6-6FB9C678CC40}" type="datetime1">
              <a:rPr lang="pt-BR" smtClean="0"/>
              <a:t>23/09/2024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435DDD2-5AEF-4CE6-93B6-6FB9C678CC40}" type="datetime1">
              <a:rPr lang="pt-BR" smtClean="0"/>
              <a:t>23/09/2024</a:t>
            </a:fld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E86D5CD-F53C-40AA-8F25-6C53AFF44E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2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0DF503-732B-4721-AC20-D30104D5F450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F1835-ADE7-4D9D-BC53-5437D497D352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C27969-B261-4FC0-A695-A95DDDE99FA1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m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E1FA99-845B-4C70-A7F6-30DFC6887F18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21B2C5-876A-49CE-ABA3-C1DCCF367A6A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D6572E-AB9B-40B1-9767-99FBEEEC4B22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B8ECB5-1E4B-48B5-BE59-C94C33D986AE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dirty="0"/>
              <a:t>Clique no ícone para adicionar uma 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8366F3-1C7E-4E4B-910E-50900CEA2133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780597-7E4C-49B1-8DFA-506BCE34072C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6DF03D-7AFC-47DF-9591-1326FF7AD073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F37908-64F6-4BF1-AEF9-1375A5CF069B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Caixa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3" name="Caixa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EB9173-D618-48E2-BAA6-9B20DA9854D6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656C95-E4AE-4A94-B561-99A0CE0FFCF1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Imag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m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m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E37451-1E5D-4C34-A14E-8751AAE8ED71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86FF3C-CA41-4B49-8218-6AF2FC913B34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96C44-523A-4872-94D5-24CBDA5A9CC6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F9D740CA-AC13-4698-BFA2-D15C37DF415A}" type="datetime1">
              <a:rPr lang="pt-BR" smtClean="0"/>
              <a:t>23/09/2024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856841" cy="1261872"/>
          </a:xfrm>
        </p:spPr>
        <p:txBody>
          <a:bodyPr rtlCol="0" anchor="ctr">
            <a:normAutofit/>
          </a:bodyPr>
          <a:lstStyle/>
          <a:p>
            <a:pPr rtl="0"/>
            <a:r>
              <a:rPr lang="en-US" sz="1800" b="1" kern="1200" dirty="0"/>
              <a:t>PUC Minas – São Gabriel</a:t>
            </a:r>
            <a:br>
              <a:rPr lang="en-US" sz="1800" b="1" kern="1200" dirty="0"/>
            </a:br>
            <a:r>
              <a:rPr lang="en-US" sz="1800" b="1" kern="1200" dirty="0" err="1"/>
              <a:t>Sistemas</a:t>
            </a:r>
            <a:r>
              <a:rPr lang="en-US" sz="1800" b="1" kern="1200" dirty="0"/>
              <a:t> de </a:t>
            </a:r>
            <a:r>
              <a:rPr lang="en-US" sz="1800" b="1" kern="1200" dirty="0" err="1"/>
              <a:t>Informação</a:t>
            </a:r>
            <a:br>
              <a:rPr lang="en-US" sz="1800" b="1" kern="1200" dirty="0"/>
            </a:br>
            <a:r>
              <a:rPr lang="en-US" sz="1800" b="1" kern="1200" dirty="0"/>
              <a:t>TI: </a:t>
            </a:r>
            <a:r>
              <a:rPr lang="en-US" sz="1800" b="1" kern="1200" dirty="0" err="1"/>
              <a:t>Aplicações</a:t>
            </a:r>
            <a:r>
              <a:rPr lang="en-US" sz="1800" b="1" kern="1200" dirty="0"/>
              <a:t> para </a:t>
            </a:r>
            <a:r>
              <a:rPr lang="en-US" sz="1800" b="1" kern="1200" dirty="0" err="1"/>
              <a:t>Sustentabilidade</a:t>
            </a:r>
            <a:br>
              <a:rPr lang="en-US" sz="1800" b="1" kern="1200" dirty="0"/>
            </a:br>
            <a:r>
              <a:rPr lang="en-US" sz="1800" b="1" kern="1200" dirty="0" err="1"/>
              <a:t>Apresentação</a:t>
            </a:r>
            <a:r>
              <a:rPr lang="en-US" sz="1800" b="1" kern="1200" dirty="0"/>
              <a:t> S1 – </a:t>
            </a:r>
            <a:r>
              <a:rPr lang="en-US" sz="1800" b="1" dirty="0"/>
              <a:t>23</a:t>
            </a:r>
            <a:r>
              <a:rPr lang="en-US" sz="1800" b="1" kern="1200" dirty="0"/>
              <a:t>/09/2024</a:t>
            </a:r>
            <a:endParaRPr lang="pt-br" sz="1800" dirty="0"/>
          </a:p>
        </p:txBody>
      </p:sp>
      <p:pic>
        <p:nvPicPr>
          <p:cNvPr id="5" name="Imagem 4" descr="Uma imagem contendo xícara, café, comida e bebida&#10;&#10;Descrição gerada automaticamente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9" r="11039" b="1"/>
          <a:stretch/>
        </p:blipFill>
        <p:spPr>
          <a:xfrm>
            <a:off x="913795" y="2076450"/>
            <a:ext cx="4856841" cy="3622671"/>
          </a:xfrm>
          <a:prstGeom prst="rect">
            <a:avLst/>
          </a:prstGeom>
          <a:noFill/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609600"/>
            <a:ext cx="4856841" cy="5089523"/>
          </a:xfrm>
        </p:spPr>
        <p:txBody>
          <a:bodyPr rtlCol="0" anchor="t">
            <a:normAutofit/>
          </a:bodyPr>
          <a:lstStyle/>
          <a:p>
            <a:pPr marL="114300" indent="0">
              <a:buNone/>
            </a:pPr>
            <a:r>
              <a:rPr lang="en-US" sz="2100" b="1" dirty="0"/>
              <a:t>Green Edge Analytics</a:t>
            </a:r>
          </a:p>
          <a:p>
            <a:pPr marL="114300" indent="0">
              <a:buNone/>
            </a:pPr>
            <a:endParaRPr lang="en-US" sz="2100" b="1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100" b="1" dirty="0"/>
              <a:t>Davi Jorge </a:t>
            </a:r>
            <a:r>
              <a:rPr lang="en-US" sz="2100" b="1" dirty="0" err="1"/>
              <a:t>Leite</a:t>
            </a:r>
            <a:r>
              <a:rPr lang="en-US" sz="2100" b="1" dirty="0"/>
              <a:t> Santos</a:t>
            </a:r>
            <a:endParaRPr lang="en-US" sz="21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100" b="1" dirty="0"/>
              <a:t>Alexandre </a:t>
            </a:r>
            <a:r>
              <a:rPr lang="en-US" sz="2100" b="1" dirty="0" err="1"/>
              <a:t>França</a:t>
            </a:r>
            <a:r>
              <a:rPr lang="en-US" sz="2100" b="1" dirty="0"/>
              <a:t> </a:t>
            </a:r>
            <a:r>
              <a:rPr lang="en-US" sz="2100" b="1" dirty="0" err="1"/>
              <a:t>Quirino</a:t>
            </a:r>
            <a:r>
              <a:rPr lang="en-US" sz="2100" b="1" dirty="0"/>
              <a:t> dos Santos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100" b="1" dirty="0" err="1"/>
              <a:t>Heitor</a:t>
            </a:r>
            <a:r>
              <a:rPr lang="en-US" sz="2100" b="1" dirty="0"/>
              <a:t> </a:t>
            </a:r>
            <a:r>
              <a:rPr lang="en-US" sz="2100" b="1" dirty="0" err="1"/>
              <a:t>Meinicke</a:t>
            </a:r>
            <a:r>
              <a:rPr lang="en-US" sz="2100" b="1" dirty="0"/>
              <a:t> Ribeiro</a:t>
            </a:r>
            <a:endParaRPr lang="en-US" sz="21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100" b="1" dirty="0"/>
              <a:t>Samuel Rodrigues </a:t>
            </a:r>
            <a:r>
              <a:rPr lang="en-US" sz="2100" b="1" dirty="0" err="1"/>
              <a:t>Cardilo</a:t>
            </a:r>
            <a:r>
              <a:rPr lang="en-US" sz="2100" b="1" dirty="0"/>
              <a:t> Van Petten</a:t>
            </a:r>
            <a:endParaRPr lang="en-US" sz="21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100" b="1" dirty="0"/>
              <a:t>Samuel Vitor Cardoso Santos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100" b="1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100" b="1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5EB27F27-8510-FAED-8877-C6F0F93A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6C27969-B261-4FC0-A695-A95DDDE99FA1}" type="datetime1">
              <a:rPr lang="pt-BR" smtClean="0"/>
              <a:pPr rtl="0">
                <a:spcAft>
                  <a:spcPts val="600"/>
                </a:spcAft>
              </a:pPr>
              <a:t>23/09/2024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16E8AE-90AF-BE8A-D22C-430034BB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4D6572E-AB9B-40B1-9767-99FBEEEC4B22}" type="datetime1">
              <a:rPr lang="pt-BR" smtClean="0"/>
              <a:t>23/09/2024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47D690-96F7-7B52-DF6D-6AF4863B3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95" y="759105"/>
            <a:ext cx="6858942" cy="447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496921" cy="1261872"/>
          </a:xfrm>
        </p:spPr>
        <p:txBody>
          <a:bodyPr rtlCol="0" anchor="ctr">
            <a:normAutofit/>
          </a:bodyPr>
          <a:lstStyle/>
          <a:p>
            <a:pPr rtl="0"/>
            <a:r>
              <a:rPr lang="en-US" sz="1800" b="1" kern="1200" dirty="0"/>
              <a:t>PUC Minas – São Gabriel</a:t>
            </a:r>
            <a:br>
              <a:rPr lang="en-US" sz="1800" b="1" kern="1200" dirty="0"/>
            </a:br>
            <a:r>
              <a:rPr lang="en-US" sz="1800" b="1" kern="1200" dirty="0" err="1"/>
              <a:t>Sistemas</a:t>
            </a:r>
            <a:r>
              <a:rPr lang="en-US" sz="1800" b="1" kern="1200" dirty="0"/>
              <a:t> de </a:t>
            </a:r>
            <a:r>
              <a:rPr lang="en-US" sz="1800" b="1" kern="1200" dirty="0" err="1"/>
              <a:t>Informação</a:t>
            </a:r>
            <a:br>
              <a:rPr lang="en-US" sz="1800" b="1" kern="1200" dirty="0"/>
            </a:br>
            <a:r>
              <a:rPr lang="en-US" sz="1800" b="1" kern="1200" dirty="0"/>
              <a:t>TI: </a:t>
            </a:r>
            <a:r>
              <a:rPr lang="en-US" sz="1800" b="1" kern="1200" dirty="0" err="1"/>
              <a:t>Aplicações</a:t>
            </a:r>
            <a:r>
              <a:rPr lang="en-US" sz="1800" b="1" kern="1200" dirty="0"/>
              <a:t> para </a:t>
            </a:r>
            <a:r>
              <a:rPr lang="en-US" sz="1800" b="1" kern="1200" dirty="0" err="1"/>
              <a:t>Sustentabilidade</a:t>
            </a:r>
            <a:br>
              <a:rPr lang="en-US" sz="1800" b="1" kern="1200" dirty="0"/>
            </a:br>
            <a:r>
              <a:rPr lang="en-US" sz="1800" b="1" kern="1200" dirty="0" err="1"/>
              <a:t>Apresentação</a:t>
            </a:r>
            <a:r>
              <a:rPr lang="en-US" sz="1800" b="1" kern="1200" dirty="0"/>
              <a:t> S1 – </a:t>
            </a:r>
            <a:r>
              <a:rPr lang="en-US" sz="1800" b="1" dirty="0"/>
              <a:t>23</a:t>
            </a:r>
            <a:r>
              <a:rPr lang="en-US" sz="1800" b="1" kern="1200" dirty="0"/>
              <a:t>/09/2024</a:t>
            </a:r>
            <a:endParaRPr lang="pt-br" sz="1800" dirty="0"/>
          </a:p>
        </p:txBody>
      </p:sp>
      <p:pic>
        <p:nvPicPr>
          <p:cNvPr id="5" name="Imagem 4" descr="Uma imagem contendo xícara, café, comida e bebida&#10;&#10;Descrição gerada automaticamente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9" r="11039" b="1"/>
          <a:stretch/>
        </p:blipFill>
        <p:spPr>
          <a:xfrm>
            <a:off x="913795" y="2076450"/>
            <a:ext cx="4856841" cy="3622671"/>
          </a:xfrm>
          <a:prstGeom prst="rect">
            <a:avLst/>
          </a:prstGeom>
          <a:noFill/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609600"/>
            <a:ext cx="4856841" cy="5089523"/>
          </a:xfrm>
        </p:spPr>
        <p:txBody>
          <a:bodyPr rtlCol="0" anchor="t">
            <a:normAutofit/>
          </a:bodyPr>
          <a:lstStyle/>
          <a:p>
            <a:pPr marL="114300" indent="0">
              <a:buNone/>
            </a:pPr>
            <a:r>
              <a:rPr lang="en-US" sz="1600" b="1" dirty="0" err="1"/>
              <a:t>Divisão</a:t>
            </a:r>
            <a:r>
              <a:rPr lang="en-US" sz="1600" b="1" dirty="0"/>
              <a:t>:</a:t>
            </a:r>
          </a:p>
          <a:p>
            <a:pPr marL="114300" indent="0">
              <a:buNone/>
            </a:pPr>
            <a:endParaRPr lang="en-US" sz="1600" b="1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1600" b="1" dirty="0"/>
              <a:t>Sprint 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1600" b="1" dirty="0"/>
              <a:t>Requisitos Funcionais - Samuel Vitor Cardoso Santos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1600" b="1" dirty="0"/>
              <a:t>Requisitos Não Funcionais - Samuel Vitor Cardoso Santos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1600" b="1" dirty="0"/>
              <a:t>Descrição Resumida dos Casos de Uso ou Histórias de Usuários - Davi Jorge Leite Santos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1600" b="1" dirty="0"/>
              <a:t>Restrições Arquiteturais - Samuel Rodrigues </a:t>
            </a:r>
            <a:r>
              <a:rPr lang="pt-BR" sz="1600" b="1" dirty="0" err="1"/>
              <a:t>Cardilo</a:t>
            </a:r>
            <a:r>
              <a:rPr lang="pt-BR" sz="1600" b="1" dirty="0"/>
              <a:t> Van </a:t>
            </a:r>
            <a:r>
              <a:rPr lang="pt-BR" sz="1600" b="1" dirty="0" err="1"/>
              <a:t>Petten</a:t>
            </a:r>
            <a:r>
              <a:rPr lang="pt-BR" sz="1600" b="1" dirty="0"/>
              <a:t> e Alexandre França Quirino dos Santos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1600" b="1" dirty="0"/>
              <a:t>Mecanismos Arquiteturais - Heitor </a:t>
            </a:r>
            <a:r>
              <a:rPr lang="pt-BR" sz="1600" b="1" dirty="0" err="1"/>
              <a:t>Meinicke</a:t>
            </a:r>
            <a:r>
              <a:rPr lang="pt-BR" sz="1600" b="1" dirty="0"/>
              <a:t> Ribeiro</a:t>
            </a:r>
            <a:endParaRPr lang="en-US" sz="1600" b="1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5EB27F27-8510-FAED-8877-C6F0F93A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6C27969-B261-4FC0-A695-A95DDDE99FA1}" type="datetime1">
              <a:rPr lang="pt-BR" smtClean="0"/>
              <a:pPr rtl="0">
                <a:spcAft>
                  <a:spcPts val="600"/>
                </a:spcAft>
              </a:pPr>
              <a:t>23/09/2024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9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3166-03C6-C423-5E97-330F797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ea typeface="+mn-lt"/>
                <a:cs typeface="+mn-lt"/>
              </a:rPr>
              <a:t>2.1 Lista de Atores - Os atores deste projeto, considerando a abordagem do Design </a:t>
            </a:r>
            <a:r>
              <a:rPr lang="pt-BR" sz="3200" b="1" dirty="0" err="1">
                <a:ea typeface="+mn-lt"/>
                <a:cs typeface="+mn-lt"/>
              </a:rPr>
              <a:t>Thinking</a:t>
            </a:r>
            <a:r>
              <a:rPr lang="pt-BR" sz="3200" b="1" dirty="0">
                <a:ea typeface="+mn-lt"/>
                <a:cs typeface="+mn-lt"/>
              </a:rPr>
              <a:t>, envolvem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92019-5165-0F85-F793-5B51251A7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Gestor de TI: Necessita de relatórios detalhados sobre o consumo de energia e eficiência para tomadas de decisões.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Analista de Dados: Utiliza o dashboard para analisar o comportamento dos servidores e identificar padrões de uso.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Diretoria Executiva: Requer uma visão simplificada dos indicadores-chave de desempenho (KPIs) para decisões estratégicas.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Engenheiro de Sustentabilidade: Busca dados de eficiência energética e sustentabilidade para elaborar relatórios de impacto ambiental.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Operador de Servidores: Monitora as métricas em tempo real para assegurar o funcionamento adequado dos sistemas.</a:t>
            </a:r>
            <a:endParaRPr lang="en-US" sz="2400" dirty="0">
              <a:ea typeface="Calibri"/>
              <a:cs typeface="Calibri"/>
            </a:endParaRP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E0C82-7178-CA19-AE98-90F3A3C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6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3166-03C6-C423-5E97-330F797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ea typeface="+mn-lt"/>
                <a:cs typeface="+mn-lt"/>
              </a:rPr>
              <a:t>2.2 Lista de Funcionalidades - Funcionalidades a serem atendidas no projeto na visão do cliente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92019-5165-0F85-F793-5B51251A7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Visualizar métricas de eficiência energética, como PUE, </a:t>
            </a:r>
            <a:r>
              <a:rPr lang="pt-BR" sz="2400" dirty="0" err="1">
                <a:ea typeface="Calibri"/>
                <a:cs typeface="Calibri"/>
              </a:rPr>
              <a:t>DCiE</a:t>
            </a:r>
            <a:r>
              <a:rPr lang="pt-BR" sz="2400" dirty="0">
                <a:ea typeface="Calibri"/>
                <a:cs typeface="Calibri"/>
              </a:rPr>
              <a:t>, CUE, e WUE.- Monitorar </a:t>
            </a:r>
            <a:r>
              <a:rPr lang="pt-BR" sz="2400" dirty="0" err="1">
                <a:ea typeface="Calibri"/>
                <a:cs typeface="Calibri"/>
              </a:rPr>
              <a:t>uptime</a:t>
            </a:r>
            <a:r>
              <a:rPr lang="pt-BR" sz="2400" dirty="0">
                <a:ea typeface="Calibri"/>
                <a:cs typeface="Calibri"/>
              </a:rPr>
              <a:t> dos servidores com histórico de falhas.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Gerar relatórios personalizados sobre consumo de energia e desempenho de servidores.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Visualizar a eficiência dos ventiladores e impacto na eficiência geral do data center.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Exportar gráficos e relatórios para apresentações e reuniões.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E0C82-7178-CA19-AE98-90F3A3C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0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3166-03C6-C423-5E97-330F797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ea typeface="+mn-lt"/>
                <a:cs typeface="+mn-lt"/>
              </a:rPr>
              <a:t>2.3 Requisitos Funcionais</a:t>
            </a:r>
            <a:endParaRPr lang="pt-BR" sz="3200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A532E21-3EAC-06BF-C557-42DF99125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025" y="2493237"/>
            <a:ext cx="11405949" cy="2595999"/>
          </a:xfr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E0C82-7178-CA19-AE98-90F3A3C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29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3166-03C6-C423-5E97-330F797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ea typeface="+mn-lt"/>
                <a:cs typeface="+mn-lt"/>
              </a:rPr>
              <a:t>2.4 Requisitos Não Funcionais</a:t>
            </a:r>
            <a:endParaRPr lang="pt-BR" sz="32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E0C82-7178-CA19-AE98-90F3A3C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70879D51-F6F8-E37E-F78B-DB963F85B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969" y="2823840"/>
            <a:ext cx="10962061" cy="1711214"/>
          </a:xfrm>
        </p:spPr>
      </p:pic>
    </p:spTree>
    <p:extLst>
      <p:ext uri="{BB962C8B-B14F-4D97-AF65-F5344CB8AC3E}">
        <p14:creationId xmlns:p14="http://schemas.microsoft.com/office/powerpoint/2010/main" val="346404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3166-03C6-C423-5E97-330F797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ea typeface="+mn-lt"/>
                <a:cs typeface="+mn-lt"/>
              </a:rPr>
              <a:t>2.6 Restrições Arquiteturais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92019-5165-0F85-F793-5B51251A7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Ferramenta de Visualização e Análise de Dados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Linguagem de Design e Implementação: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Integração com Sistemas Existentes: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Segurança e Controle de Acesso:</a:t>
            </a:r>
          </a:p>
          <a:p>
            <a:pPr marL="514350" indent="-514350">
              <a:lnSpc>
                <a:spcPct val="90000"/>
              </a:lnSpc>
              <a:buFont typeface="Wingdings 2" charset="2"/>
              <a:buAutoNum type="arabicPeriod"/>
            </a:pPr>
            <a:r>
              <a:rPr lang="pt-BR" sz="2400" dirty="0">
                <a:ea typeface="Calibri"/>
                <a:cs typeface="Calibri"/>
              </a:rPr>
              <a:t>Métricas de Eficiência Energética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E0C82-7178-CA19-AE98-90F3A3C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9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3166-03C6-C423-5E97-330F797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ea typeface="+mn-lt"/>
                <a:cs typeface="+mn-lt"/>
              </a:rPr>
              <a:t>2.7 Mecanismos Arquiteturais</a:t>
            </a:r>
            <a:endParaRPr lang="pt-BR" sz="3200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D7C965C-C040-E261-CD29-94094EA29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3942" y="2337252"/>
            <a:ext cx="11473467" cy="3193145"/>
          </a:xfr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E0C82-7178-CA19-AE98-90F3A3C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CCB403-0313-4A5E-8E36-77BFB7215ED9}" type="datetime1">
              <a:rPr lang="pt-BR" smtClean="0"/>
              <a:t>23/09/2024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43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6_TF12214701" id="{5D565F68-5A4C-4385-9096-18BECD4C5627}" vid="{B4809734-240F-4448-8EC4-45DBE2F02D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{4FC2F9E4-4BDB-42DE-A4D9-BA94B2DD022F}tf12214701_win32</Template>
  <TotalTime>40</TotalTime>
  <Words>356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Goudy Old Style</vt:lpstr>
      <vt:lpstr>Wingdings 2</vt:lpstr>
      <vt:lpstr>SlateVTI</vt:lpstr>
      <vt:lpstr>PUC Minas – São Gabriel Sistemas de Informação TI: Aplicações para Sustentabilidade Apresentação S1 – 23/09/2024</vt:lpstr>
      <vt:lpstr>Apresentação do PowerPoint</vt:lpstr>
      <vt:lpstr>PUC Minas – São Gabriel Sistemas de Informação TI: Aplicações para Sustentabilidade Apresentação S1 – 23/09/2024</vt:lpstr>
      <vt:lpstr>2.1 Lista de Atores - Os atores deste projeto, considerando a abordagem do Design Thinking, envolvem</vt:lpstr>
      <vt:lpstr>2.2 Lista de Funcionalidades - Funcionalidades a serem atendidas no projeto na visão do cliente</vt:lpstr>
      <vt:lpstr>2.3 Requisitos Funcionais</vt:lpstr>
      <vt:lpstr>2.4 Requisitos Não Funcionais</vt:lpstr>
      <vt:lpstr>2.6 Restrições Arquiteturais</vt:lpstr>
      <vt:lpstr>2.7 Mecanismos Arquiteturais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Jorge</dc:creator>
  <cp:lastModifiedBy>Davi Jorge</cp:lastModifiedBy>
  <cp:revision>2</cp:revision>
  <dcterms:created xsi:type="dcterms:W3CDTF">2024-09-23T23:59:35Z</dcterms:created>
  <dcterms:modified xsi:type="dcterms:W3CDTF">2024-09-24T00:40:25Z</dcterms:modified>
</cp:coreProperties>
</file>